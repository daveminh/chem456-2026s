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1pPr>
    <a:lvl2pPr marL="0" marR="0" indent="228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2pPr>
    <a:lvl3pPr marL="0" marR="0" indent="457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3pPr>
    <a:lvl4pPr marL="0" marR="0" indent="685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4pPr>
    <a:lvl5pPr marL="0" marR="0" indent="9144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5pPr>
    <a:lvl6pPr marL="0" marR="0" indent="11430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6pPr>
    <a:lvl7pPr marL="0" marR="0" indent="1371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7pPr>
    <a:lvl8pPr marL="0" marR="0" indent="1600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8pPr>
    <a:lvl9pPr marL="0" marR="0" indent="1828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60" d="100"/>
          <a:sy n="6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Shape 18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8" name="Shape 18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1pPr>
    <a:lvl2pPr indent="228600"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2pPr>
    <a:lvl3pPr indent="457200"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3pPr>
    <a:lvl4pPr indent="685800"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4pPr>
    <a:lvl5pPr indent="914400"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5pPr>
    <a:lvl6pPr indent="1143000"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6pPr>
    <a:lvl7pPr indent="1371600"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7pPr>
    <a:lvl8pPr indent="1600200"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8pPr>
    <a:lvl9pPr indent="1828800"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635000" y="2303859"/>
            <a:ext cx="23114000" cy="4643438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833937" y="7072312"/>
            <a:ext cx="14716126" cy="1589485"/>
          </a:xfrm>
          <a:prstGeom prst="rect">
            <a:avLst/>
          </a:prstGeom>
        </p:spPr>
        <p:txBody>
          <a:bodyPr anchor="t"/>
          <a:lstStyle>
            <a:lvl1pPr marL="0" indent="0" algn="ctr">
              <a:buSzTx/>
              <a:buNone/>
              <a:defRPr sz="4400"/>
            </a:lvl1pPr>
            <a:lvl2pPr marL="0" indent="228600" algn="ctr">
              <a:buSzTx/>
              <a:buNone/>
              <a:defRPr sz="4400"/>
            </a:lvl2pPr>
            <a:lvl3pPr marL="0" indent="457200" algn="ctr">
              <a:buSzTx/>
              <a:buNone/>
              <a:defRPr sz="4400"/>
            </a:lvl3pPr>
            <a:lvl4pPr marL="0" indent="685800" algn="ctr">
              <a:buSzTx/>
              <a:buNone/>
              <a:defRPr sz="4400"/>
            </a:lvl4pPr>
            <a:lvl5pPr marL="0" indent="914400" algn="ctr">
              <a:buSzTx/>
              <a:buNone/>
              <a:defRPr sz="4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Text"/>
          <p:cNvSpPr txBox="1">
            <a:spLocks noGrp="1"/>
          </p:cNvSpPr>
          <p:nvPr>
            <p:ph type="title"/>
          </p:nvPr>
        </p:nvSpPr>
        <p:spPr>
          <a:xfrm>
            <a:off x="635000" y="4536281"/>
            <a:ext cx="23114000" cy="4643438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 -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Line"/>
          <p:cNvSpPr/>
          <p:nvPr/>
        </p:nvSpPr>
        <p:spPr>
          <a:xfrm>
            <a:off x="3958828" y="2768203"/>
            <a:ext cx="16466344" cy="128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71437" tIns="71437" rIns="71437" bIns="71437" anchor="ctr"/>
          <a:lstStyle/>
          <a:p>
            <a:pPr algn="l" defTabSz="642937">
              <a:defRPr sz="1600"/>
            </a:pPr>
            <a:endParaRPr/>
          </a:p>
        </p:txBody>
      </p:sp>
      <p:sp>
        <p:nvSpPr>
          <p:cNvPr id="46" name="Title Text"/>
          <p:cNvSpPr txBox="1">
            <a:spLocks noGrp="1"/>
          </p:cNvSpPr>
          <p:nvPr>
            <p:ph type="title"/>
          </p:nvPr>
        </p:nvSpPr>
        <p:spPr>
          <a:xfrm>
            <a:off x="635000" y="464343"/>
            <a:ext cx="23114000" cy="1964532"/>
          </a:xfrm>
          <a:prstGeom prst="rect">
            <a:avLst/>
          </a:prstGeom>
        </p:spPr>
        <p:txBody>
          <a:bodyPr anchor="b">
            <a:noAutofit/>
          </a:bodyPr>
          <a:lstStyle/>
          <a:p>
            <a:r>
              <a:t>Title Text</a:t>
            </a:r>
          </a:p>
        </p:txBody>
      </p:sp>
      <p:sp>
        <p:nvSpPr>
          <p:cNvPr id="4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635000" y="3268265"/>
            <a:ext cx="12700000" cy="9525001"/>
          </a:xfrm>
          <a:prstGeom prst="rect">
            <a:avLst/>
          </a:prstGeom>
        </p:spPr>
        <p:txBody>
          <a:bodyPr anchor="t">
            <a:noAutofit/>
          </a:bodyPr>
          <a:lstStyle>
            <a:lvl1pPr marL="369276" indent="-369276">
              <a:buSzPct val="100000"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813776" indent="-369276">
              <a:buSzPct val="100000"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258276" indent="-369276">
              <a:buSzPct val="100000"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702776" indent="-369276">
              <a:buSzPct val="100000"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147276" indent="-369276">
              <a:buSzPct val="100000"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0329146" y="12930187"/>
            <a:ext cx="409779" cy="415875"/>
          </a:xfrm>
          <a:prstGeom prst="rect">
            <a:avLst/>
          </a:prstGeom>
        </p:spPr>
        <p:txBody>
          <a:bodyPr>
            <a:spAutoFit/>
          </a:bodyPr>
          <a:lstStyle>
            <a:lvl1pPr algn="r"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Image"/>
          <p:cNvSpPr>
            <a:spLocks noGrp="1"/>
          </p:cNvSpPr>
          <p:nvPr>
            <p:ph type="pic" sz="half" idx="21"/>
          </p:nvPr>
        </p:nvSpPr>
        <p:spPr>
          <a:xfrm>
            <a:off x="5307210" y="892968"/>
            <a:ext cx="13751720" cy="9172589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xfrm>
            <a:off x="4833937" y="9447609"/>
            <a:ext cx="14716126" cy="2000251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833937" y="11519296"/>
            <a:ext cx="14716126" cy="1589486"/>
          </a:xfrm>
          <a:prstGeom prst="rect">
            <a:avLst/>
          </a:prstGeom>
        </p:spPr>
        <p:txBody>
          <a:bodyPr anchor="t"/>
          <a:lstStyle>
            <a:lvl1pPr marL="0" indent="0" algn="ctr">
              <a:buSzTx/>
              <a:buNone/>
              <a:defRPr sz="4400"/>
            </a:lvl1pPr>
            <a:lvl2pPr marL="0" indent="228600" algn="ctr">
              <a:buSzTx/>
              <a:buNone/>
              <a:defRPr sz="4400"/>
            </a:lvl2pPr>
            <a:lvl3pPr marL="0" indent="457200" algn="ctr">
              <a:buSzTx/>
              <a:buNone/>
              <a:defRPr sz="4400"/>
            </a:lvl3pPr>
            <a:lvl4pPr marL="0" indent="685800" algn="ctr">
              <a:buSzTx/>
              <a:buNone/>
              <a:defRPr sz="4400"/>
            </a:lvl4pPr>
            <a:lvl5pPr marL="0" indent="914400" algn="ctr">
              <a:buSzTx/>
              <a:buNone/>
              <a:defRPr sz="4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5814" y="13001625"/>
            <a:ext cx="494513" cy="51117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idx="21"/>
          </p:nvPr>
        </p:nvSpPr>
        <p:spPr>
          <a:xfrm>
            <a:off x="6869906" y="892968"/>
            <a:ext cx="17377173" cy="1158478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xfrm>
            <a:off x="4387453" y="892968"/>
            <a:ext cx="7500938" cy="5607845"/>
          </a:xfrm>
          <a:prstGeom prst="rect">
            <a:avLst/>
          </a:prstGeom>
        </p:spPr>
        <p:txBody>
          <a:bodyPr anchor="b"/>
          <a:lstStyle>
            <a:lvl1pPr>
              <a:defRPr sz="8400" b="0"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387453" y="6697265"/>
            <a:ext cx="7500938" cy="5768579"/>
          </a:xfrm>
          <a:prstGeom prst="rect">
            <a:avLst/>
          </a:prstGeom>
        </p:spPr>
        <p:txBody>
          <a:bodyPr anchor="t"/>
          <a:lstStyle>
            <a:lvl1pPr marL="0" indent="0" algn="ctr">
              <a:buSzTx/>
              <a:buNone/>
              <a:defRPr sz="4400"/>
            </a:lvl1pPr>
            <a:lvl2pPr marL="0" indent="228600" algn="ctr">
              <a:buSzTx/>
              <a:buNone/>
              <a:defRPr sz="4400"/>
            </a:lvl2pPr>
            <a:lvl3pPr marL="0" indent="457200" algn="ctr">
              <a:buSzTx/>
              <a:buNone/>
              <a:defRPr sz="4400"/>
            </a:lvl3pPr>
            <a:lvl4pPr marL="0" indent="685800" algn="ctr">
              <a:buSzTx/>
              <a:buNone/>
              <a:defRPr sz="4400"/>
            </a:lvl4pPr>
            <a:lvl5pPr marL="0" indent="914400" algn="ctr">
              <a:buSzTx/>
              <a:buNone/>
              <a:defRPr sz="4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Image"/>
          <p:cNvSpPr>
            <a:spLocks noGrp="1"/>
          </p:cNvSpPr>
          <p:nvPr>
            <p:ph type="pic" sz="half" idx="21"/>
          </p:nvPr>
        </p:nvSpPr>
        <p:spPr>
          <a:xfrm>
            <a:off x="9423796" y="3661171"/>
            <a:ext cx="13260587" cy="884039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7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7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387453" y="3661171"/>
            <a:ext cx="7500938" cy="8840392"/>
          </a:xfrm>
          <a:prstGeom prst="rect">
            <a:avLst/>
          </a:prstGeom>
        </p:spPr>
        <p:txBody>
          <a:bodyPr/>
          <a:lstStyle>
            <a:lvl1pPr marL="465364" indent="-465364">
              <a:spcBef>
                <a:spcPts val="4500"/>
              </a:spcBef>
              <a:defRPr sz="3800"/>
            </a:lvl1pPr>
            <a:lvl2pPr marL="808264" indent="-465364">
              <a:spcBef>
                <a:spcPts val="4500"/>
              </a:spcBef>
              <a:defRPr sz="3800"/>
            </a:lvl2pPr>
            <a:lvl3pPr marL="1151164" indent="-465364">
              <a:spcBef>
                <a:spcPts val="4500"/>
              </a:spcBef>
              <a:defRPr sz="3800"/>
            </a:lvl3pPr>
            <a:lvl4pPr marL="1494064" indent="-465364">
              <a:spcBef>
                <a:spcPts val="4500"/>
              </a:spcBef>
              <a:defRPr sz="3800"/>
            </a:lvl4pPr>
            <a:lvl5pPr marL="1836964" indent="-465364">
              <a:spcBef>
                <a:spcPts val="4500"/>
              </a:spcBef>
              <a:defRPr sz="3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Body Level One…"/>
          <p:cNvSpPr txBox="1">
            <a:spLocks noGrp="1"/>
          </p:cNvSpPr>
          <p:nvPr>
            <p:ph type="body" idx="1"/>
          </p:nvPr>
        </p:nvSpPr>
        <p:spPr>
          <a:xfrm>
            <a:off x="635000" y="1905000"/>
            <a:ext cx="23114000" cy="10160000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Image"/>
          <p:cNvSpPr>
            <a:spLocks noGrp="1"/>
          </p:cNvSpPr>
          <p:nvPr>
            <p:ph type="pic" idx="21"/>
          </p:nvPr>
        </p:nvSpPr>
        <p:spPr>
          <a:xfrm>
            <a:off x="-291704" y="1250156"/>
            <a:ext cx="16841392" cy="11227594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94" name="Image"/>
          <p:cNvSpPr>
            <a:spLocks noGrp="1"/>
          </p:cNvSpPr>
          <p:nvPr>
            <p:ph type="pic" sz="quarter" idx="22"/>
          </p:nvPr>
        </p:nvSpPr>
        <p:spPr>
          <a:xfrm>
            <a:off x="12442031" y="7069144"/>
            <a:ext cx="8518923" cy="568224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95" name="Image"/>
          <p:cNvSpPr>
            <a:spLocks noGrp="1"/>
          </p:cNvSpPr>
          <p:nvPr>
            <p:ph type="pic" sz="quarter" idx="23"/>
          </p:nvPr>
        </p:nvSpPr>
        <p:spPr>
          <a:xfrm>
            <a:off x="12192000" y="1246988"/>
            <a:ext cx="8251032" cy="5500689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9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–Johnny Appleseed"/>
          <p:cNvSpPr txBox="1">
            <a:spLocks noGrp="1"/>
          </p:cNvSpPr>
          <p:nvPr>
            <p:ph type="body" sz="quarter" idx="21"/>
          </p:nvPr>
        </p:nvSpPr>
        <p:spPr>
          <a:xfrm>
            <a:off x="4833937" y="8947546"/>
            <a:ext cx="14716126" cy="660798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buSzTx/>
              <a:buNone/>
              <a:defRPr sz="32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–Johnny Appleseed</a:t>
            </a:r>
          </a:p>
        </p:txBody>
      </p:sp>
      <p:sp>
        <p:nvSpPr>
          <p:cNvPr id="104" name="“Type a quote here.”"/>
          <p:cNvSpPr txBox="1">
            <a:spLocks noGrp="1"/>
          </p:cNvSpPr>
          <p:nvPr>
            <p:ph type="body" sz="quarter" idx="22"/>
          </p:nvPr>
        </p:nvSpPr>
        <p:spPr>
          <a:xfrm>
            <a:off x="4833937" y="6000353"/>
            <a:ext cx="14716126" cy="96520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buSzTx/>
              <a:buNone/>
              <a:defRPr sz="5200"/>
            </a:lvl1pPr>
          </a:lstStyle>
          <a:p>
            <a:r>
              <a:t>“Type a quote here.” </a:t>
            </a:r>
          </a:p>
        </p:txBody>
      </p:sp>
      <p:sp>
        <p:nvSpPr>
          <p:cNvPr id="10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Image"/>
          <p:cNvSpPr>
            <a:spLocks noGrp="1"/>
          </p:cNvSpPr>
          <p:nvPr>
            <p:ph type="pic" idx="21"/>
          </p:nvPr>
        </p:nvSpPr>
        <p:spPr>
          <a:xfrm>
            <a:off x="1905000" y="0"/>
            <a:ext cx="20563290" cy="13716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635000" y="635000"/>
            <a:ext cx="10160000" cy="12446000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Line"/>
          <p:cNvSpPr/>
          <p:nvPr/>
        </p:nvSpPr>
        <p:spPr>
          <a:xfrm>
            <a:off x="3958828" y="2768203"/>
            <a:ext cx="16466344" cy="128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71437" tIns="71437" rIns="71437" bIns="71437" anchor="ctr"/>
          <a:lstStyle/>
          <a:p>
            <a:pPr algn="l" defTabSz="642937">
              <a:defRPr sz="1600"/>
            </a:pPr>
            <a:endParaRPr/>
          </a:p>
        </p:txBody>
      </p:sp>
      <p:sp>
        <p:nvSpPr>
          <p:cNvPr id="136" name="Title Text"/>
          <p:cNvSpPr txBox="1">
            <a:spLocks noGrp="1"/>
          </p:cNvSpPr>
          <p:nvPr>
            <p:ph type="title"/>
          </p:nvPr>
        </p:nvSpPr>
        <p:spPr>
          <a:xfrm>
            <a:off x="3851671" y="464343"/>
            <a:ext cx="16680658" cy="1964532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58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Title Text</a:t>
            </a:r>
          </a:p>
        </p:txBody>
      </p:sp>
      <p:sp>
        <p:nvSpPr>
          <p:cNvPr id="137" name="Body Level One…"/>
          <p:cNvSpPr txBox="1">
            <a:spLocks noGrp="1"/>
          </p:cNvSpPr>
          <p:nvPr>
            <p:ph type="body" idx="1"/>
          </p:nvPr>
        </p:nvSpPr>
        <p:spPr>
          <a:xfrm>
            <a:off x="3851671" y="3268265"/>
            <a:ext cx="16680658" cy="9233298"/>
          </a:xfrm>
          <a:prstGeom prst="rect">
            <a:avLst/>
          </a:prstGeom>
        </p:spPr>
        <p:txBody>
          <a:bodyPr anchor="t">
            <a:noAutofit/>
          </a:bodyPr>
          <a:lstStyle>
            <a:lvl1pPr marL="369276" indent="-369276">
              <a:spcBef>
                <a:spcPts val="6700"/>
              </a:spcBef>
              <a:buSzPct val="100000"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813776" indent="-369276">
              <a:spcBef>
                <a:spcPts val="6700"/>
              </a:spcBef>
              <a:buSzPct val="100000"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258276" indent="-369276">
              <a:spcBef>
                <a:spcPts val="6700"/>
              </a:spcBef>
              <a:buSzPct val="100000"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702776" indent="-369276">
              <a:spcBef>
                <a:spcPts val="6700"/>
              </a:spcBef>
              <a:buSzPct val="100000"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147276" indent="-369276">
              <a:spcBef>
                <a:spcPts val="6700"/>
              </a:spcBef>
              <a:buSzPct val="100000"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0329146" y="12930187"/>
            <a:ext cx="409779" cy="415875"/>
          </a:xfrm>
          <a:prstGeom prst="rect">
            <a:avLst/>
          </a:prstGeom>
        </p:spPr>
        <p:txBody>
          <a:bodyPr>
            <a:spAutoFit/>
          </a:bodyPr>
          <a:lstStyle>
            <a:lvl1pPr algn="r"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Line"/>
          <p:cNvSpPr/>
          <p:nvPr/>
        </p:nvSpPr>
        <p:spPr>
          <a:xfrm>
            <a:off x="3958828" y="2768203"/>
            <a:ext cx="16466344" cy="128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71437" tIns="71437" rIns="71437" bIns="71437" anchor="ctr"/>
          <a:lstStyle/>
          <a:p>
            <a:pPr algn="l" defTabSz="642937">
              <a:defRPr sz="1600"/>
            </a:pPr>
            <a:endParaRPr/>
          </a:p>
        </p:txBody>
      </p:sp>
      <p:sp>
        <p:nvSpPr>
          <p:cNvPr id="146" name="Title Text"/>
          <p:cNvSpPr txBox="1">
            <a:spLocks noGrp="1"/>
          </p:cNvSpPr>
          <p:nvPr>
            <p:ph type="title"/>
          </p:nvPr>
        </p:nvSpPr>
        <p:spPr>
          <a:xfrm>
            <a:off x="3851671" y="464343"/>
            <a:ext cx="16680658" cy="1964532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58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Title Text</a:t>
            </a:r>
          </a:p>
        </p:txBody>
      </p:sp>
      <p:sp>
        <p:nvSpPr>
          <p:cNvPr id="1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0329146" y="12930187"/>
            <a:ext cx="409779" cy="415875"/>
          </a:xfrm>
          <a:prstGeom prst="rect">
            <a:avLst/>
          </a:prstGeom>
        </p:spPr>
        <p:txBody>
          <a:bodyPr>
            <a:spAutoFit/>
          </a:bodyPr>
          <a:lstStyle>
            <a:lvl1pPr algn="r"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itle Text"/>
          <p:cNvSpPr txBox="1">
            <a:spLocks noGrp="1"/>
          </p:cNvSpPr>
          <p:nvPr>
            <p:ph type="title"/>
          </p:nvPr>
        </p:nvSpPr>
        <p:spPr>
          <a:xfrm>
            <a:off x="4833937" y="357187"/>
            <a:ext cx="14716126" cy="3429001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r>
              <a:t>Title Text</a:t>
            </a:r>
          </a:p>
        </p:txBody>
      </p:sp>
      <p:sp>
        <p:nvSpPr>
          <p:cNvPr id="155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833937" y="3893343"/>
            <a:ext cx="14716126" cy="8036720"/>
          </a:xfrm>
          <a:prstGeom prst="rect">
            <a:avLst/>
          </a:prstGeom>
        </p:spPr>
        <p:txBody>
          <a:bodyPr/>
          <a:lstStyle>
            <a:lvl1pPr marL="521368" indent="-521368">
              <a:spcBef>
                <a:spcPts val="5900"/>
              </a:spcBef>
              <a:buSzPct val="100000"/>
              <a:defRPr sz="5200"/>
            </a:lvl1pPr>
            <a:lvl2pPr marL="902368" indent="-521368">
              <a:spcBef>
                <a:spcPts val="5900"/>
              </a:spcBef>
              <a:buSzPct val="100000"/>
              <a:defRPr sz="5200"/>
            </a:lvl2pPr>
            <a:lvl3pPr marL="1283368" indent="-521368">
              <a:spcBef>
                <a:spcPts val="5900"/>
              </a:spcBef>
              <a:buSzPct val="100000"/>
              <a:defRPr sz="5200"/>
            </a:lvl3pPr>
            <a:lvl4pPr marL="1664368" indent="-521368">
              <a:spcBef>
                <a:spcPts val="5900"/>
              </a:spcBef>
              <a:buSzPct val="100000"/>
              <a:defRPr sz="5200"/>
            </a:lvl4pPr>
            <a:lvl5pPr marL="2045368" indent="-521368">
              <a:spcBef>
                <a:spcPts val="5900"/>
              </a:spcBef>
              <a:buSzPct val="100000"/>
              <a:defRPr sz="5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5813" y="13001625"/>
            <a:ext cx="494513" cy="511175"/>
          </a:xfrm>
          <a:prstGeom prst="rect">
            <a:avLst/>
          </a:prstGeom>
        </p:spPr>
        <p:txBody>
          <a:bodyPr>
            <a:spAutoFit/>
          </a:bodyPr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2882" y="13019484"/>
            <a:ext cx="460376" cy="498476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4;p3"/>
          <p:cNvSpPr/>
          <p:nvPr/>
        </p:nvSpPr>
        <p:spPr>
          <a:xfrm>
            <a:off x="1458244" y="12285133"/>
            <a:ext cx="21467202" cy="1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0" tIns="0" rIns="0" bIns="0"/>
          <a:lstStyle/>
          <a:p>
            <a:pPr algn="l" defTabSz="2438400">
              <a:defRPr sz="3600"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pic>
        <p:nvPicPr>
          <p:cNvPr id="171" name="Google Shape;15;p3" descr="Google Shape;15;p3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508703" y="12136832"/>
            <a:ext cx="2271052" cy="1162015"/>
          </a:xfrm>
          <a:prstGeom prst="rect">
            <a:avLst/>
          </a:prstGeom>
          <a:ln w="12700">
            <a:miter lim="400000"/>
          </a:ln>
        </p:spPr>
      </p:pic>
      <p:sp>
        <p:nvSpPr>
          <p:cNvPr id="17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41357" y="13081000"/>
            <a:ext cx="488950" cy="505889"/>
          </a:xfrm>
          <a:prstGeom prst="rect">
            <a:avLst/>
          </a:prstGeom>
        </p:spPr>
        <p:txBody>
          <a:bodyPr lIns="54533" tIns="54533" rIns="54533" bIns="54533">
            <a:spAutoFit/>
          </a:bodyPr>
          <a:lstStyle>
            <a:lvl1pPr defTabSz="2438400">
              <a:defRPr sz="26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Title Text"/>
          <p:cNvSpPr txBox="1">
            <a:spLocks noGrp="1"/>
          </p:cNvSpPr>
          <p:nvPr>
            <p:ph type="title"/>
          </p:nvPr>
        </p:nvSpPr>
        <p:spPr>
          <a:xfrm>
            <a:off x="831221" y="1985533"/>
            <a:ext cx="22721601" cy="5473601"/>
          </a:xfrm>
          <a:prstGeom prst="rect">
            <a:avLst/>
          </a:prstGeom>
        </p:spPr>
        <p:txBody>
          <a:bodyPr lIns="243799" tIns="243799" rIns="243799" bIns="243799" anchor="b"/>
          <a:lstStyle>
            <a:lvl1pPr defTabSz="2438400">
              <a:defRPr sz="13800" b="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Title Text</a:t>
            </a:r>
          </a:p>
        </p:txBody>
      </p:sp>
      <p:sp>
        <p:nvSpPr>
          <p:cNvPr id="18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199" y="7557666"/>
            <a:ext cx="22721602" cy="2113601"/>
          </a:xfrm>
          <a:prstGeom prst="rect">
            <a:avLst/>
          </a:prstGeom>
        </p:spPr>
        <p:txBody>
          <a:bodyPr lIns="243799" tIns="243799" rIns="243799" bIns="243799" anchor="t"/>
          <a:lstStyle>
            <a:lvl1pPr marL="914400" indent="-800100" algn="ctr" defTabSz="2438400">
              <a:buSzTx/>
              <a:buNone/>
              <a:defRPr sz="7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indent="-317500" algn="ctr" defTabSz="2438400">
              <a:buSzTx/>
              <a:buNone/>
              <a:defRPr sz="7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indent="139700" algn="ctr" defTabSz="2438400">
              <a:buSzTx/>
              <a:buNone/>
              <a:defRPr sz="7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indent="596900" algn="ctr" defTabSz="2438400">
              <a:buSzTx/>
              <a:buNone/>
              <a:defRPr sz="7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914400" indent="1054100" algn="ctr" defTabSz="2438400">
              <a:buSzTx/>
              <a:buNone/>
              <a:defRPr sz="7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8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188838" y="12524796"/>
            <a:ext cx="867584" cy="870499"/>
          </a:xfrm>
          <a:prstGeom prst="rect">
            <a:avLst/>
          </a:prstGeom>
        </p:spPr>
        <p:txBody>
          <a:bodyPr lIns="243799" tIns="243799" rIns="243799" bIns="243799" anchor="ctr"/>
          <a:lstStyle>
            <a:lvl1pPr algn="r" defTabSz="2438400">
              <a:defRPr sz="26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35000" y="635000"/>
            <a:ext cx="23114000" cy="254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635000" y="3175000"/>
            <a:ext cx="23114000" cy="984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5814" y="13010554"/>
            <a:ext cx="494513" cy="511176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>
            <a:normAutofit/>
          </a:bodyPr>
          <a:lstStyle>
            <a:lvl1pPr>
              <a:defRPr sz="2400"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transition spd="med"/>
  <p:txStyles>
    <p:title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1pPr>
      <a:lvl2pPr marL="0" marR="0" indent="2286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2pPr>
      <a:lvl3pPr marL="0" marR="0" indent="4572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3pPr>
      <a:lvl4pPr marL="0" marR="0" indent="6858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4pPr>
      <a:lvl5pPr marL="0" marR="0" indent="9144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5pPr>
      <a:lvl6pPr marL="0" marR="0" indent="11430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6pPr>
      <a:lvl7pPr marL="0" marR="0" indent="13716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7pPr>
      <a:lvl8pPr marL="0" marR="0" indent="16002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8pPr>
      <a:lvl9pPr marL="0" marR="0" indent="18288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9pPr>
    </p:titleStyle>
    <p:bodyStyle>
      <a:lvl1pPr marL="617361" marR="0" indent="-617361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1061861" marR="0" indent="-617361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1506361" marR="0" indent="-617361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1950861" marR="0" indent="-617361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2395361" marR="0" indent="-617361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2839861" marR="0" indent="-617361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3284361" marR="0" indent="-617361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3728861" marR="0" indent="-617361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4173361" marR="0" indent="-617361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rdkit.org/docs/GettingStartedInPython.html#list-of-available-descriptors" TargetMode="Externa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Colored_neural_network.svg" TargetMode="External"/><Relationship Id="rId2" Type="http://schemas.openxmlformats.org/officeDocument/2006/relationships/hyperlink" Target="https://www.geeksforgeeks.org/introduction-machine-learning/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creativecommons.org/licenses/by-sa/3.0/deed.e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11/20/202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1"/>
            <a:r>
              <a:rPr lang="en-US" dirty="0"/>
              <a:t>04</a:t>
            </a:r>
            <a:r>
              <a:rPr dirty="0"/>
              <a:t>/</a:t>
            </a:r>
            <a:r>
              <a:rPr lang="en-US" dirty="0"/>
              <a:t>15</a:t>
            </a:r>
            <a:r>
              <a:rPr dirty="0"/>
              <a:t>/202</a:t>
            </a:r>
            <a:r>
              <a:rPr lang="en-US" dirty="0"/>
              <a:t>6</a:t>
            </a:r>
            <a:endParaRPr dirty="0"/>
          </a:p>
        </p:txBody>
      </p:sp>
      <p:sp>
        <p:nvSpPr>
          <p:cNvPr id="191" name="Quiz 3: Molecular Simulations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Quiz 3: Molecular Simulations</a:t>
            </a:r>
          </a:p>
          <a:p>
            <a:r>
              <a:rPr dirty="0"/>
              <a:t>Quantitative Structure-Property Relationships</a:t>
            </a:r>
          </a:p>
        </p:txBody>
      </p:sp>
      <p:sp>
        <p:nvSpPr>
          <p:cNvPr id="19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20548" y="13010554"/>
            <a:ext cx="325045" cy="51117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Quantitative Structure-Property Relationship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07933">
              <a:defRPr sz="8288"/>
            </a:lvl1pPr>
          </a:lstStyle>
          <a:p>
            <a:r>
              <a:t>Quantitative Structure-Property Relationships</a:t>
            </a:r>
          </a:p>
        </p:txBody>
      </p:sp>
      <p:sp>
        <p:nvSpPr>
          <p:cNvPr id="195" name="Today’s lecture is intended to help you achieve the following learning objective: Develop a model for a quantitative structure-property relationship. Describe its domain of applicability.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Today’s lecture is intended to help you achieve the following learning objective: Develop a model for a quantitative structure-property relationship. Describe its domain of applicability.</a:t>
            </a:r>
          </a:p>
          <a:p>
            <a:endParaRPr/>
          </a:p>
          <a:p>
            <a:r>
              <a:t>QSPR Topics</a:t>
            </a:r>
          </a:p>
          <a:p>
            <a:pPr lvl="1"/>
            <a:r>
              <a:t>Machine learning</a:t>
            </a:r>
          </a:p>
          <a:p>
            <a:pPr lvl="1"/>
            <a:r>
              <a:t>Features/descriptors</a:t>
            </a:r>
          </a:p>
          <a:p>
            <a:pPr lvl="1"/>
            <a:r>
              <a:t>Algorithms</a:t>
            </a:r>
          </a:p>
          <a:p>
            <a:pPr lvl="1"/>
            <a:r>
              <a:t>Validation</a:t>
            </a:r>
          </a:p>
          <a:p>
            <a:pPr lvl="1"/>
            <a:r>
              <a:t>Limitations</a:t>
            </a:r>
          </a:p>
        </p:txBody>
      </p:sp>
      <p:sp>
        <p:nvSpPr>
          <p:cNvPr id="19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20548" y="13010554"/>
            <a:ext cx="325045" cy="51117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QSPR is an application of machine learn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40794">
              <a:defRPr sz="8736"/>
            </a:lvl1pPr>
          </a:lstStyle>
          <a:p>
            <a:r>
              <a:t>QSPR is an application of machine learning </a:t>
            </a:r>
          </a:p>
        </p:txBody>
      </p:sp>
      <p:sp>
        <p:nvSpPr>
          <p:cNvPr id="199" name="Machine learning [1]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561798" indent="-561798" defTabSz="747593">
              <a:defRPr sz="4550"/>
            </a:pPr>
            <a:r>
              <a:t>Machine learning [1]</a:t>
            </a:r>
          </a:p>
          <a:p>
            <a:pPr marL="966293" lvl="1" indent="-561798" defTabSz="747593">
              <a:defRPr sz="4550"/>
            </a:pPr>
            <a:r>
              <a:t>“gives computers the ability to learn without being explicitly programmed” - Arthur Samuel (1959)</a:t>
            </a:r>
          </a:p>
          <a:p>
            <a:pPr marL="966293" lvl="1" indent="-561798" defTabSz="747593">
              <a:defRPr sz="4550"/>
            </a:pPr>
            <a:r>
              <a:t>“A computer program is said to learn from experience E with respect to some task T and some performance measure P, if its performance on T, as measured by P, improves with experience E.” -Tom Mitchell (1997)</a:t>
            </a:r>
          </a:p>
          <a:p>
            <a:pPr marL="561798" indent="-561798" defTabSz="747593">
              <a:defRPr sz="4550"/>
            </a:pPr>
            <a:r>
              <a:t>In Quantitive Structure-Property Relationships (QSPR)</a:t>
            </a:r>
          </a:p>
          <a:p>
            <a:pPr marL="966293" lvl="1" indent="-561798" defTabSz="747593">
              <a:defRPr sz="4550"/>
            </a:pPr>
            <a:r>
              <a:t>Experience E: chemicals</a:t>
            </a:r>
          </a:p>
          <a:p>
            <a:pPr marL="966293" lvl="1" indent="-561798" defTabSz="747593">
              <a:defRPr sz="4550"/>
            </a:pPr>
            <a:r>
              <a:t>Task T: predicting physical property, e.g.</a:t>
            </a:r>
          </a:p>
          <a:p>
            <a:pPr marL="1370788" lvl="2" indent="-561798" defTabSz="747593">
              <a:defRPr sz="4550"/>
            </a:pPr>
            <a:r>
              <a:t>boiling point, chromatography retention times</a:t>
            </a:r>
          </a:p>
          <a:p>
            <a:pPr marL="1370788" lvl="2" indent="-561798" defTabSz="747593">
              <a:defRPr sz="4550"/>
            </a:pPr>
            <a:r>
              <a:t>activity against a biological target = QSAR</a:t>
            </a:r>
          </a:p>
          <a:p>
            <a:pPr marL="1370788" lvl="2" indent="-561798" defTabSz="747593">
              <a:defRPr sz="4550"/>
            </a:pPr>
            <a:r>
              <a:t>signaling efficacy (#s for agonist, antagonist, partial agonist, inverse agonist)</a:t>
            </a:r>
          </a:p>
          <a:p>
            <a:pPr marL="1370788" lvl="2" indent="-561798" defTabSz="747593">
              <a:defRPr sz="4550"/>
            </a:pPr>
            <a:r>
              <a:t>ADMET (absorption, distribution, metabolism, and excretion - toxicity)</a:t>
            </a:r>
          </a:p>
          <a:p>
            <a:pPr marL="966293" lvl="1" indent="-561798" defTabSz="747593">
              <a:defRPr sz="4550"/>
            </a:pPr>
            <a:r>
              <a:t>Performance P: correlation/error in validation set/real-world applications</a:t>
            </a:r>
          </a:p>
        </p:txBody>
      </p:sp>
      <p:sp>
        <p:nvSpPr>
          <p:cNvPr id="20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20548" y="13010554"/>
            <a:ext cx="325045" cy="51117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9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" grpId="1" build="p" animBg="1" advAuto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Features/Descriptor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Features/Descriptors</a:t>
            </a:r>
          </a:p>
        </p:txBody>
      </p:sp>
      <p:sp>
        <p:nvSpPr>
          <p:cNvPr id="203" name="Enables chemicals to be input into machine learning models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Enables chemicals to be input into machine learning models</a:t>
            </a:r>
          </a:p>
          <a:p>
            <a:r>
              <a:t>How would you describe a chemical in numbers that can be put into a mathematical formula?</a:t>
            </a:r>
          </a:p>
          <a:p>
            <a:r>
              <a:t>Features can be</a:t>
            </a:r>
          </a:p>
          <a:p>
            <a:pPr lvl="1"/>
            <a:r>
              <a:t>from enumerable properties, e.g. number of a certain element, number of H bond donors/acceptors, presence/absence of an element functional group</a:t>
            </a:r>
          </a:p>
          <a:p>
            <a:pPr lvl="1"/>
            <a:r>
              <a:t>based on 3D structures</a:t>
            </a:r>
          </a:p>
          <a:p>
            <a:pPr lvl="2"/>
            <a:r>
              <a:t>of a chemical, e.g. surface area, radius of gyration, moments of inertia</a:t>
            </a:r>
          </a:p>
          <a:p>
            <a:pPr lvl="2"/>
            <a:r>
              <a:t>of a protein-ligand complex</a:t>
            </a:r>
          </a:p>
          <a:p>
            <a:r>
              <a:rPr u="sng">
                <a:hlinkClick r:id="rId2"/>
              </a:rPr>
              <a:t>http://www.rdkit.org/docs/GettingStartedInPython.html#list-of-available-descriptors</a:t>
            </a:r>
          </a:p>
        </p:txBody>
      </p:sp>
      <p:sp>
        <p:nvSpPr>
          <p:cNvPr id="20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20548" y="13010554"/>
            <a:ext cx="325045" cy="51117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4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0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2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3" grpId="1" build="p" animBg="1" advAuto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Algorithm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Algorithms</a:t>
            </a:r>
          </a:p>
        </p:txBody>
      </p:sp>
      <p:sp>
        <p:nvSpPr>
          <p:cNvPr id="207" name="Linear regression…"/>
          <p:cNvSpPr txBox="1">
            <a:spLocks noGrp="1"/>
          </p:cNvSpPr>
          <p:nvPr>
            <p:ph type="body" idx="1"/>
          </p:nvPr>
        </p:nvSpPr>
        <p:spPr>
          <a:xfrm>
            <a:off x="635000" y="2857469"/>
            <a:ext cx="15180624" cy="10477563"/>
          </a:xfrm>
          <a:prstGeom prst="rect">
            <a:avLst/>
          </a:prstGeom>
        </p:spPr>
        <p:txBody>
          <a:bodyPr/>
          <a:lstStyle/>
          <a:p>
            <a:pPr marL="598840" indent="-598840" defTabSz="796885">
              <a:defRPr sz="4850"/>
            </a:pPr>
            <a:r>
              <a:t>Linear regression</a:t>
            </a:r>
          </a:p>
          <a:p>
            <a:pPr marL="1030005" lvl="1" indent="-598840" defTabSz="796885">
              <a:defRPr sz="4850"/>
            </a:pPr>
            <a:r>
              <a:t>y = mx + b for simple linear regression</a:t>
            </a:r>
          </a:p>
          <a:p>
            <a:pPr marL="1030005" lvl="1" indent="-598840" defTabSz="796885">
              <a:defRPr sz="4850"/>
            </a:pPr>
            <a:r>
              <a:t>y = m</a:t>
            </a:r>
            <a:r>
              <a:rPr baseline="-5999"/>
              <a:t>1</a:t>
            </a:r>
            <a:r>
              <a:t>x</a:t>
            </a:r>
            <a:r>
              <a:rPr baseline="-5999"/>
              <a:t>1</a:t>
            </a:r>
            <a:r>
              <a:t> + m</a:t>
            </a:r>
            <a:r>
              <a:rPr baseline="-5999"/>
              <a:t>2</a:t>
            </a:r>
            <a:r>
              <a:t>x</a:t>
            </a:r>
            <a:r>
              <a:rPr baseline="-5999"/>
              <a:t>2</a:t>
            </a:r>
            <a:r>
              <a:t> + … + b for multiple linear regression</a:t>
            </a:r>
          </a:p>
          <a:p>
            <a:pPr marL="1030005" lvl="1" indent="-598840" defTabSz="796885">
              <a:defRPr sz="4850"/>
            </a:pPr>
            <a:r>
              <a:t>x is projected onto a new space in partial least squares regression</a:t>
            </a:r>
          </a:p>
          <a:p>
            <a:pPr marL="598840" indent="-598840" defTabSz="796885">
              <a:defRPr sz="4850"/>
            </a:pPr>
            <a:r>
              <a:t>Neural networks</a:t>
            </a:r>
          </a:p>
          <a:p>
            <a:pPr marL="1030005" lvl="1" indent="-598840" defTabSz="796885">
              <a:defRPr sz="4850"/>
            </a:pPr>
            <a:r>
              <a:t>sets of nodes that transform inputs into an output</a:t>
            </a:r>
          </a:p>
          <a:p>
            <a:pPr marL="1030005" lvl="1" indent="-598840" defTabSz="796885">
              <a:defRPr sz="4850"/>
            </a:pPr>
            <a:r>
              <a:t>allows for nonlinear relationships.</a:t>
            </a:r>
          </a:p>
          <a:p>
            <a:pPr marL="598840" indent="-598840" defTabSz="796885">
              <a:defRPr sz="4850"/>
            </a:pPr>
            <a:r>
              <a:t>Deep learning</a:t>
            </a:r>
          </a:p>
          <a:p>
            <a:pPr marL="1030005" lvl="1" indent="-598840" defTabSz="796885">
              <a:defRPr sz="4850"/>
            </a:pPr>
            <a:r>
              <a:t>neural networks with multiple layers</a:t>
            </a:r>
          </a:p>
          <a:p>
            <a:pPr marL="1030005" lvl="1" indent="-598840" defTabSz="796885">
              <a:defRPr sz="4850"/>
            </a:pPr>
            <a:r>
              <a:t>increasingly popular and powerful with faster computers and larger datasets</a:t>
            </a:r>
          </a:p>
          <a:p>
            <a:pPr marL="598840" indent="-598840" defTabSz="796885">
              <a:defRPr sz="4850"/>
            </a:pPr>
            <a:r>
              <a:t>Not an exhaustive list!</a:t>
            </a:r>
          </a:p>
        </p:txBody>
      </p:sp>
      <p:sp>
        <p:nvSpPr>
          <p:cNvPr id="20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20548" y="13010554"/>
            <a:ext cx="325045" cy="51117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5</a:t>
            </a:fld>
            <a:endParaRPr/>
          </a:p>
        </p:txBody>
      </p:sp>
      <p:grpSp>
        <p:nvGrpSpPr>
          <p:cNvPr id="211" name="Group"/>
          <p:cNvGrpSpPr/>
          <p:nvPr/>
        </p:nvGrpSpPr>
        <p:grpSpPr>
          <a:xfrm>
            <a:off x="16187570" y="3317158"/>
            <a:ext cx="7625166" cy="9558185"/>
            <a:chOff x="0" y="0"/>
            <a:chExt cx="7625165" cy="9558184"/>
          </a:xfrm>
        </p:grpSpPr>
        <p:pic>
          <p:nvPicPr>
            <p:cNvPr id="20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7625166" cy="916807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10" name="Diagram of an artificial neural network [2]"/>
            <p:cNvSpPr txBox="1"/>
            <p:nvPr/>
          </p:nvSpPr>
          <p:spPr>
            <a:xfrm>
              <a:off x="41674" y="8932709"/>
              <a:ext cx="7541817" cy="6254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/>
            <a:p>
              <a:r>
                <a:t>Diagram of an artificial neural network [2]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0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2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2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2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2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2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" grpId="1" build="p" animBg="1" advAuto="0"/>
      <p:bldP spid="211" grpId="2" animBg="1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Valid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Validation</a:t>
            </a:r>
          </a:p>
        </p:txBody>
      </p:sp>
      <p:sp>
        <p:nvSpPr>
          <p:cNvPr id="214" name="How do you know if a model is any good?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How do you know if a model is any good?</a:t>
            </a:r>
          </a:p>
          <a:p>
            <a:r>
              <a:t>Data are split into training and test sets</a:t>
            </a:r>
          </a:p>
          <a:p>
            <a:pPr lvl="1"/>
            <a:r>
              <a:t>Both sets should represent the same population</a:t>
            </a:r>
          </a:p>
          <a:p>
            <a:r>
              <a:t>Model is built using the training set</a:t>
            </a:r>
          </a:p>
          <a:p>
            <a:r>
              <a:t>Calculations on test set are compared to data</a:t>
            </a:r>
          </a:p>
        </p:txBody>
      </p:sp>
      <p:sp>
        <p:nvSpPr>
          <p:cNvPr id="21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20548" y="13010554"/>
            <a:ext cx="325045" cy="51117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6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" grpId="1" build="p" bldLvl="5" animBg="1" advAuto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Limitation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Limitations</a:t>
            </a:r>
          </a:p>
        </p:txBody>
      </p:sp>
      <p:sp>
        <p:nvSpPr>
          <p:cNvPr id="218" name="What do you think some limitations of QSPR might be?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What do you think some limitations of QSPR might be?</a:t>
            </a:r>
          </a:p>
          <a:p>
            <a:r>
              <a:t>A high-quality training set is necessary</a:t>
            </a:r>
          </a:p>
          <a:p>
            <a:r>
              <a:t>Models can only be applied to molecules similar to the training set</a:t>
            </a:r>
          </a:p>
          <a:p>
            <a:r>
              <a:t>Sometimes small changes in structure can lead to large changes in a property</a:t>
            </a:r>
          </a:p>
          <a:p>
            <a:pPr lvl="1"/>
            <a:r>
              <a:t>adding a methyl can make it so that a ligand no longer fits into a binding pocket</a:t>
            </a:r>
          </a:p>
          <a:p>
            <a:pPr lvl="1"/>
            <a:r>
              <a:t>in QSAR, known as an “activity cliff”</a:t>
            </a:r>
          </a:p>
        </p:txBody>
      </p:sp>
      <p:sp>
        <p:nvSpPr>
          <p:cNvPr id="21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20548" y="13010554"/>
            <a:ext cx="325045" cy="51117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7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" grpId="1" build="p" animBg="1" advAuto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Referenc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References</a:t>
            </a:r>
          </a:p>
        </p:txBody>
      </p:sp>
      <p:sp>
        <p:nvSpPr>
          <p:cNvPr id="222" name="[1] https://www.geeksforgeeks.org/introduction-machine-learning/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[1] </a:t>
            </a:r>
            <a:r>
              <a:rPr u="sng">
                <a:hlinkClick r:id="rId2"/>
              </a:rPr>
              <a:t>https://www.geeksforgeeks.org/introduction-machine-learning/</a:t>
            </a:r>
          </a:p>
          <a:p>
            <a:r>
              <a:t>[2] Downloaded from </a:t>
            </a:r>
            <a:r>
              <a:rPr u="sng">
                <a:hlinkClick r:id="rId3"/>
              </a:rPr>
              <a:t>https://commons.wikimedia.org/wiki/File:Colored_neural_network.svg</a:t>
            </a:r>
            <a:r>
              <a:t> and reused under the </a:t>
            </a:r>
            <a:r>
              <a:rPr u="sng">
                <a:hlinkClick r:id="rId4"/>
              </a:rPr>
              <a:t>CC BY-SA 3.0</a:t>
            </a:r>
            <a:r>
              <a:t> license</a:t>
            </a:r>
          </a:p>
        </p:txBody>
      </p:sp>
      <p:sp>
        <p:nvSpPr>
          <p:cNvPr id="2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20548" y="13010554"/>
            <a:ext cx="325045" cy="51117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8</a:t>
            </a:fld>
            <a:endParaRPr/>
          </a:p>
        </p:txBody>
      </p:sp>
    </p:spTree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635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508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635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508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557</Words>
  <Application>Microsoft Macintosh PowerPoint</Application>
  <PresentationFormat>Custom</PresentationFormat>
  <Paragraphs>70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Avenir</vt:lpstr>
      <vt:lpstr>Gill Sans</vt:lpstr>
      <vt:lpstr>Helvetica</vt:lpstr>
      <vt:lpstr>Helvetica Light</vt:lpstr>
      <vt:lpstr>Helvetica Neue</vt:lpstr>
      <vt:lpstr>Helvetica Neue Light</vt:lpstr>
      <vt:lpstr>White</vt:lpstr>
      <vt:lpstr>04/15/2026</vt:lpstr>
      <vt:lpstr>Quantitative Structure-Property Relationships</vt:lpstr>
      <vt:lpstr>QSPR is an application of machine learning </vt:lpstr>
      <vt:lpstr>Features/Descriptors</vt:lpstr>
      <vt:lpstr>Algorithms</vt:lpstr>
      <vt:lpstr>Validation</vt:lpstr>
      <vt:lpstr>Limitations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David Minh</cp:lastModifiedBy>
  <cp:revision>1</cp:revision>
  <dcterms:modified xsi:type="dcterms:W3CDTF">2026-04-10T03:30:18Z</dcterms:modified>
</cp:coreProperties>
</file>